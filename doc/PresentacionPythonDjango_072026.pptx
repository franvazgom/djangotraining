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2"/>
  </p:sldMasterIdLst>
  <p:notesMasterIdLst>
    <p:notesMasterId r:id="rId8"/>
  </p:notesMasterIdLst>
  <p:sldIdLst>
    <p:sldId id="256" r:id="rId3"/>
    <p:sldId id="265" r:id="rId4"/>
    <p:sldId id="275" r:id="rId5"/>
    <p:sldId id="267" r:id="rId6"/>
    <p:sldId id="264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sjkNSa1OhYGczPVBggKtVNdEk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671" autoAdjust="0"/>
  </p:normalViewPr>
  <p:slideViewPr>
    <p:cSldViewPr snapToGrid="0">
      <p:cViewPr varScale="1">
        <p:scale>
          <a:sx n="87" d="100"/>
          <a:sy n="87" d="100"/>
        </p:scale>
        <p:origin x="17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4C13F466-2455-473F-61AA-60BB6733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658675F1-ED38-65BB-9124-A7254F95A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15950" lvl="1" indent="0">
              <a:buNone/>
            </a:pPr>
            <a:r>
              <a:rPr lang="es-MX" sz="1200" dirty="0"/>
              <a:t>Profesor: (UTM / ITESM / Anáhuac)</a:t>
            </a:r>
          </a:p>
          <a:p>
            <a:pPr marL="615950" lvl="1" indent="0">
              <a:buNone/>
            </a:pPr>
            <a:r>
              <a:rPr lang="es-MX" sz="1200" dirty="0"/>
              <a:t>Materias: Análisis y diseño de algoritmos / Lenguajes y autómatas / Matemáticas discretas / Matemáticas computacionales / Estructuras de datos / Programación (Java, C, C++, Python) / Bases de datos. </a:t>
            </a:r>
          </a:p>
          <a:p>
            <a:pPr marL="615950" lvl="1" indent="0">
              <a:buNone/>
            </a:pPr>
            <a:r>
              <a:rPr lang="es-MX" sz="1200" dirty="0"/>
              <a:t>Diplomados: Desarrollo de aplicaciones móviles (Java, </a:t>
            </a:r>
            <a:r>
              <a:rPr lang="es-MX" sz="1200" dirty="0" err="1"/>
              <a:t>Objective</a:t>
            </a:r>
            <a:r>
              <a:rPr lang="es-MX" sz="1200" dirty="0"/>
              <a:t> C, Swift) / Desarrollo de aplicaciones WEB (Java y Python) </a:t>
            </a:r>
          </a:p>
          <a:p>
            <a:pPr lvl="1"/>
            <a:endParaRPr lang="es-MX" sz="2000" dirty="0"/>
          </a:p>
          <a:p>
            <a:pPr marL="615950" lvl="1" indent="0">
              <a:buNone/>
            </a:pPr>
            <a:r>
              <a:rPr lang="es-MX" sz="2000" dirty="0" err="1"/>
              <a:t>TruEffort</a:t>
            </a:r>
            <a:r>
              <a:rPr lang="es-MX" sz="2000" dirty="0"/>
              <a:t>: Desarrollo en la nube – “Microservicios”</a:t>
            </a:r>
          </a:p>
          <a:p>
            <a:pPr marL="615950" lvl="1" indent="0">
              <a:buNone/>
            </a:pPr>
            <a:r>
              <a:rPr lang="es-MX" sz="2000" dirty="0"/>
              <a:t>	</a:t>
            </a:r>
            <a:r>
              <a:rPr lang="es-MX" dirty="0"/>
              <a:t>AWS / Java (</a:t>
            </a:r>
            <a:r>
              <a:rPr lang="es-MX" dirty="0" err="1"/>
              <a:t>spring</a:t>
            </a:r>
            <a:r>
              <a:rPr lang="es-MX" dirty="0"/>
              <a:t>) / Python (</a:t>
            </a:r>
            <a:r>
              <a:rPr lang="es-MX" dirty="0" err="1"/>
              <a:t>django</a:t>
            </a:r>
            <a:r>
              <a:rPr lang="es-MX" dirty="0"/>
              <a:t>) / JS (</a:t>
            </a:r>
            <a:r>
              <a:rPr lang="es-MX" dirty="0" err="1"/>
              <a:t>React</a:t>
            </a:r>
            <a:r>
              <a:rPr lang="es-MX" dirty="0"/>
              <a:t>) </a:t>
            </a:r>
          </a:p>
          <a:p>
            <a:pPr marL="615950" lvl="1" indent="0">
              <a:buNone/>
            </a:pPr>
            <a:r>
              <a:rPr lang="es-MX" dirty="0"/>
              <a:t>Banxico: </a:t>
            </a:r>
          </a:p>
          <a:p>
            <a:pPr lvl="1"/>
            <a:r>
              <a:rPr lang="es-MX" sz="1200" dirty="0"/>
              <a:t>Proyectos de Desarrollo de Software: </a:t>
            </a:r>
            <a:r>
              <a:rPr lang="es-MX" sz="1200" dirty="0" err="1"/>
              <a:t>Standalone</a:t>
            </a:r>
            <a:r>
              <a:rPr lang="es-MX" sz="1200" dirty="0"/>
              <a:t>, Web y móviles</a:t>
            </a:r>
          </a:p>
          <a:p>
            <a:pPr lvl="1"/>
            <a:r>
              <a:rPr lang="es-MX" sz="1200" dirty="0"/>
              <a:t>Manufactura (Lean </a:t>
            </a:r>
            <a:r>
              <a:rPr lang="es-MX" sz="1200" dirty="0" err="1"/>
              <a:t>Manufacturing</a:t>
            </a:r>
            <a:r>
              <a:rPr lang="es-MX" sz="1200" dirty="0"/>
              <a:t> – SIX SIGMA) </a:t>
            </a:r>
          </a:p>
          <a:p>
            <a:pPr lvl="1"/>
            <a:r>
              <a:rPr lang="es-MX" sz="1200" dirty="0"/>
              <a:t>Investigador (Distribución de efectivo)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0099DFEC-91F1-EC1C-DA1B-8868296DE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255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9032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Verdan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Verdan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erdana"/>
              <a:buNone/>
              <a:defRPr sz="4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anvazgom/djangoTrain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victorhckinthefreeworld.com/tag/gracia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854199"/>
            <a:ext cx="9144000" cy="2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ckwell"/>
              <a:buNone/>
            </a:pPr>
            <a:r>
              <a:rPr lang="es-MX" b="1" dirty="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Python - Django</a:t>
            </a:r>
            <a:endParaRPr b="1"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954162"/>
            <a:ext cx="9144000" cy="568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s-MX" dirty="0"/>
              <a:t>Proyecto Integrador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AFDF9B51-06BB-7BFC-1054-244EEEA03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1A215-1180-7A29-0378-A35B4020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Presentación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2B342D-D738-39AC-D5C1-49EA52BA8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Ciencias Computacionales</a:t>
            </a:r>
          </a:p>
          <a:p>
            <a:r>
              <a:rPr lang="es-MX" dirty="0"/>
              <a:t>Especialidad en Estadística y Data </a:t>
            </a:r>
            <a:r>
              <a:rPr lang="es-MX" dirty="0" err="1"/>
              <a:t>Science</a:t>
            </a:r>
            <a:endParaRPr lang="es-MX" dirty="0"/>
          </a:p>
          <a:p>
            <a:r>
              <a:rPr lang="es-MX" dirty="0"/>
              <a:t>Profesor de cátedra -2001</a:t>
            </a:r>
          </a:p>
          <a:p>
            <a:r>
              <a:rPr lang="es-MX" dirty="0"/>
              <a:t>Banco de México – 2002</a:t>
            </a:r>
          </a:p>
          <a:p>
            <a:endParaRPr lang="es-MX" dirty="0"/>
          </a:p>
          <a:p>
            <a:r>
              <a:rPr lang="es-MX" dirty="0">
                <a:hlinkClick r:id="rId3"/>
              </a:rPr>
              <a:t>https://github.com/franvazgom/djangoTraining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1049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742FE-2A74-8312-DBD1-ABF0AAC4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Temario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7F602-2723-14E7-D4AD-8E8EF026A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9350"/>
            <a:ext cx="10515600" cy="4767613"/>
          </a:xfrm>
        </p:spPr>
        <p:txBody>
          <a:bodyPr>
            <a:normAutofit fontScale="92500" lnSpcReduction="20000"/>
          </a:bodyPr>
          <a:lstStyle/>
          <a:p>
            <a:r>
              <a:rPr lang="es-MX" dirty="0"/>
              <a:t>Llamadas asíncronas</a:t>
            </a:r>
          </a:p>
          <a:p>
            <a:pPr lvl="1"/>
            <a:r>
              <a:rPr lang="es-MX" dirty="0"/>
              <a:t>JS: </a:t>
            </a:r>
            <a:r>
              <a:rPr lang="es-MX" dirty="0" err="1"/>
              <a:t>async</a:t>
            </a:r>
            <a:r>
              <a:rPr lang="es-MX" dirty="0"/>
              <a:t> – </a:t>
            </a:r>
            <a:r>
              <a:rPr lang="es-MX" dirty="0" err="1"/>
              <a:t>await</a:t>
            </a:r>
            <a:r>
              <a:rPr lang="es-MX" dirty="0"/>
              <a:t>, POST (cookie '</a:t>
            </a:r>
            <a:r>
              <a:rPr lang="es-MX" dirty="0" err="1"/>
              <a:t>csrftoken</a:t>
            </a:r>
            <a:r>
              <a:rPr lang="es-MX" dirty="0"/>
              <a:t>')</a:t>
            </a:r>
          </a:p>
          <a:p>
            <a:pPr lvl="1"/>
            <a:r>
              <a:rPr lang="es-MX" dirty="0" err="1"/>
              <a:t>Json</a:t>
            </a:r>
            <a:r>
              <a:rPr lang="es-MX" dirty="0"/>
              <a:t> (JS: </a:t>
            </a:r>
            <a:r>
              <a:rPr lang="es-MX" dirty="0" err="1"/>
              <a:t>stringify</a:t>
            </a:r>
            <a:r>
              <a:rPr lang="es-MX" dirty="0"/>
              <a:t>, .</a:t>
            </a:r>
            <a:r>
              <a:rPr lang="es-MX" dirty="0" err="1"/>
              <a:t>json</a:t>
            </a:r>
            <a:r>
              <a:rPr lang="es-MX" dirty="0"/>
              <a:t>()) </a:t>
            </a:r>
          </a:p>
          <a:p>
            <a:r>
              <a:rPr lang="es-MX" dirty="0"/>
              <a:t> Carrito de compras</a:t>
            </a:r>
          </a:p>
          <a:p>
            <a:pPr lvl="1"/>
            <a:r>
              <a:rPr lang="es-MX" dirty="0"/>
              <a:t>Django: </a:t>
            </a:r>
            <a:r>
              <a:rPr lang="es-MX" dirty="0" err="1"/>
              <a:t>Validators</a:t>
            </a:r>
            <a:r>
              <a:rPr lang="es-MX" dirty="0"/>
              <a:t>, </a:t>
            </a:r>
            <a:r>
              <a:rPr lang="es-MX" dirty="0" err="1"/>
              <a:t>JsonResponse</a:t>
            </a:r>
            <a:r>
              <a:rPr lang="es-MX" dirty="0"/>
              <a:t>, </a:t>
            </a:r>
            <a:r>
              <a:rPr lang="es-MX" dirty="0" err="1"/>
              <a:t>request.session</a:t>
            </a:r>
            <a:endParaRPr lang="es-MX" dirty="0"/>
          </a:p>
          <a:p>
            <a:pPr lvl="1"/>
            <a:r>
              <a:rPr lang="es-MX" dirty="0"/>
              <a:t>JS: </a:t>
            </a:r>
            <a:r>
              <a:rPr lang="es-MX" dirty="0" err="1"/>
              <a:t>localStorage</a:t>
            </a:r>
            <a:r>
              <a:rPr lang="es-MX" dirty="0"/>
              <a:t>, </a:t>
            </a:r>
            <a:r>
              <a:rPr lang="es-MX" dirty="0" err="1"/>
              <a:t>form</a:t>
            </a:r>
            <a:r>
              <a:rPr lang="es-MX" dirty="0"/>
              <a:t>: </a:t>
            </a:r>
            <a:r>
              <a:rPr lang="es-MX" dirty="0" err="1"/>
              <a:t>submit</a:t>
            </a:r>
            <a:endParaRPr lang="es-MX" dirty="0"/>
          </a:p>
          <a:p>
            <a:pPr lvl="1"/>
            <a:r>
              <a:rPr lang="es-MX" dirty="0"/>
              <a:t>Modelo: </a:t>
            </a:r>
            <a:r>
              <a:rPr lang="es-MX" dirty="0" err="1"/>
              <a:t>DecimalField</a:t>
            </a:r>
            <a:r>
              <a:rPr lang="es-MX" dirty="0"/>
              <a:t> </a:t>
            </a:r>
          </a:p>
          <a:p>
            <a:pPr lvl="1"/>
            <a:r>
              <a:rPr lang="es-MX" dirty="0"/>
              <a:t>Form: </a:t>
            </a:r>
            <a:r>
              <a:rPr lang="es-MX" dirty="0" err="1"/>
              <a:t>readonly</a:t>
            </a:r>
            <a:endParaRPr lang="es-MX" dirty="0"/>
          </a:p>
          <a:p>
            <a:r>
              <a:rPr lang="es-MX" dirty="0"/>
              <a:t>Privilegios</a:t>
            </a:r>
          </a:p>
          <a:p>
            <a:pPr lvl="1"/>
            <a:r>
              <a:rPr lang="es-MX" dirty="0" err="1"/>
              <a:t>Admin</a:t>
            </a:r>
            <a:r>
              <a:rPr lang="es-MX" dirty="0"/>
              <a:t> / mediante código</a:t>
            </a:r>
          </a:p>
          <a:p>
            <a:r>
              <a:rPr lang="es-MX" dirty="0" err="1"/>
              <a:t>Admin</a:t>
            </a:r>
            <a:r>
              <a:rPr lang="es-MX" dirty="0"/>
              <a:t> personalizado</a:t>
            </a:r>
          </a:p>
          <a:p>
            <a:r>
              <a:rPr lang="es-MX" dirty="0"/>
              <a:t>Django </a:t>
            </a:r>
            <a:r>
              <a:rPr lang="es-MX" dirty="0" err="1"/>
              <a:t>rest</a:t>
            </a:r>
            <a:r>
              <a:rPr lang="es-MX"/>
              <a:t> * </a:t>
            </a:r>
            <a:endParaRPr lang="es-MX" dirty="0"/>
          </a:p>
          <a:p>
            <a:r>
              <a:rPr lang="es-MX" dirty="0"/>
              <a:t>Vistas Basadas en clases</a:t>
            </a:r>
          </a:p>
          <a:p>
            <a:endParaRPr lang="es-MX" dirty="0"/>
          </a:p>
          <a:p>
            <a:endParaRPr lang="es-MX" dirty="0"/>
          </a:p>
          <a:p>
            <a:pPr lvl="1"/>
            <a:endParaRPr lang="es-MX" dirty="0"/>
          </a:p>
          <a:p>
            <a:pPr lvl="1"/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219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70423DFA-BE9D-3C06-1989-A0D943A3C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01337" y="516727"/>
            <a:ext cx="10189028" cy="582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61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8947398" y="6115688"/>
            <a:ext cx="24657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merida.anahuac.mx</a:t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843" y="6115688"/>
            <a:ext cx="716940" cy="33855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1104783" y="6115688"/>
            <a:ext cx="308828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Universidad Anáhuac Mayab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2c673f97-f704-441a-a1be-26277c273d44" origin="userSelected">
  <element uid="26942484-e33a-4b77-b4f5-82dd3c942130" value=""/>
</sisl>
</file>

<file path=customXml/itemProps1.xml><?xml version="1.0" encoding="utf-8"?>
<ds:datastoreItem xmlns:ds="http://schemas.openxmlformats.org/officeDocument/2006/customXml" ds:itemID="{77C03CFB-38CB-4D8B-ADBA-E48B46A65F8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228</Words>
  <Application>Microsoft Office PowerPoint</Application>
  <PresentationFormat>Panorámica</PresentationFormat>
  <Paragraphs>38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Rockwell</vt:lpstr>
      <vt:lpstr>Verdana</vt:lpstr>
      <vt:lpstr>Tema de Office</vt:lpstr>
      <vt:lpstr>Python - Django</vt:lpstr>
      <vt:lpstr>Presentación</vt:lpstr>
      <vt:lpstr>Temario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Ortega Rios Covian Roberto Antonio</dc:creator>
  <cp:keywords>NO Significativa</cp:keywords>
  <cp:lastModifiedBy>Francisco Vazquez</cp:lastModifiedBy>
  <cp:revision>6</cp:revision>
  <dcterms:created xsi:type="dcterms:W3CDTF">2020-03-09T15:54:05Z</dcterms:created>
  <dcterms:modified xsi:type="dcterms:W3CDTF">2026-07-01T21:56:35Z</dcterms:modified>
  <cp:category>NO Significativa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c7d04a62-8d30-43fb-b670-f17c1faede96</vt:lpwstr>
  </property>
  <property fmtid="{D5CDD505-2E9C-101B-9397-08002B2CF9AE}" pid="3" name="bjClsUserRVM">
    <vt:lpwstr>[]</vt:lpwstr>
  </property>
  <property fmtid="{D5CDD505-2E9C-101B-9397-08002B2CF9AE}" pid="4" name="bjSaver">
    <vt:lpwstr>mAymV4LzfAGcIsL83OZVxFjownz8QRRK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policy="2c673f97-f704-441a-a1be-26277c273d44" origin="userSelected" xmlns="http://www.boldonj</vt:lpwstr>
  </property>
  <property fmtid="{D5CDD505-2E9C-101B-9397-08002B2CF9AE}" pid="6" name="bjDocumentLabelXML-0">
    <vt:lpwstr>ames.com/2008/01/sie/internal/label"&gt;&lt;element uid="26942484-e33a-4b77-b4f5-82dd3c942130" value="" /&gt;&lt;/sisl&gt;</vt:lpwstr>
  </property>
  <property fmtid="{D5CDD505-2E9C-101B-9397-08002B2CF9AE}" pid="7" name="X-Metadata 2">
    <vt:lpwstr>9c37f|||f14cf7a0-dd03-4cad-81e7-af3095354730</vt:lpwstr>
  </property>
  <property fmtid="{D5CDD505-2E9C-101B-9397-08002B2CF9AE}" pid="8" name="bjpmDocIH">
    <vt:lpwstr>t5BRYqifaI/BDzRXblMU+VXVNCIboZUh</vt:lpwstr>
  </property>
  <property fmtid="{D5CDD505-2E9C-101B-9397-08002B2CF9AE}" pid="9" name="X-Metadata 1">
    <vt:lpwstr>001: D10303 - 002: 170.70.58.35 - 003: 19/01/2026 08:31:27 a. m.</vt:lpwstr>
  </property>
</Properties>
</file>